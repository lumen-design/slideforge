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NEIGHBORHOOD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Suddenly, the person I claimed as a best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became my biggest enemy.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dehumanize our neighbor to make them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nemesis.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4:1-2,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54864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Adam had sexual relations with his wife, Eve, and she became pregnant. When she gave birth to Cain, she said, “With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Lord’s help, I have produced a man!”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she gave birth to his brother and named him Abel.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4:2-4,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grew up, Abel became a shepherd,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Cain cultivated the ground. When it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time for the harvest, Cain presented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his crops as a gift to the Lord.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Abel also brought a gift—the best portions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firstborn lambs from his flock.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4:4-5,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 accepted Abel and his gift, but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did not accept Cain and his gift. This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Cain very angry, and he looked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dejected.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Perhaps your narrative of your neighbor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crafted in the dark—that’s why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see the light.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are you so angry?” the Lord asked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Cain. “Why do you look so dejected?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4:7,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accepted if you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But if you refuse to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right, then watch out! Sin is crouching at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door, eager to control you. But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subdue it and be its master.”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4:8,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 Cain suggested to his brother,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“Let’s go out into the fields.” And while they were in the field, Cain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attacked his brother, Abel, and killed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him.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ISAIAH 25:6,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Jerusalem, the Lord of Heaven’s Armies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spread a wonderful feast for all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of the world. It will be a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 banquet with clear, well-aged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and choice meat.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lyric fixes??</dc:title>
  <dc:subject>PptxGenJS Presentation</dc:subject>
  <dc:creator>SlideForge</dc:creator>
  <cp:lastModifiedBy>SlideForge</cp:lastModifiedBy>
  <cp:revision>1</cp:revision>
  <dcterms:created xsi:type="dcterms:W3CDTF">2026-06-10T13:38:37Z</dcterms:created>
  <dcterms:modified xsi:type="dcterms:W3CDTF">2026-06-10T13:38:37Z</dcterms:modified>
</cp:coreProperties>
</file>