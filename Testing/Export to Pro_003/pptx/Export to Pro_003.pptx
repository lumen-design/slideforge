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 TO THE NEIGHBORHOOD</a:t>
            </a:r>
            <a:endParaRPr 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Suddenly, the person I claimed as a best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friend became my biggest enemy.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dehumanize our neighbor to make them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nemesis.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HATRED</a:t>
            </a:r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HATRED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GOSSIP</a:t>
            </a:r>
            <a:endParaRPr lang="en-US" sz="3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HATRED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GOSSIP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SLANDER</a:t>
            </a:r>
            <a:endParaRPr lang="en-US" sz="3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HATRED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GOSSIP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SLANDER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</a:t>
            </a:r>
            <a:endParaRPr lang="en-US" sz="3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HATRED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GOSSIP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SLANDER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DEATH</a:t>
            </a:r>
            <a:endParaRPr lang="en-US" sz="3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HATRED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GOSSIP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SLANDER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DEATH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LONELINESS</a:t>
            </a:r>
            <a:endParaRPr lang="en-US" sz="3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HATRED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GOSSIP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SLANDER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DEATH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LONELINESS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DEPRESSION</a:t>
            </a:r>
            <a:endParaRPr lang="en-US" sz="3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HATRED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GOSSIP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SLANDER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DEATH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LONELINESS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DEPRESSION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ANXIETY</a:t>
            </a:r>
            <a:endParaRPr lang="en-US" sz="3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HATRED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GOSSIP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SLANDER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DEATH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LONELINESS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DEPRESSION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ANXIETY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ABANDONMENT</a:t>
            </a:r>
            <a:endParaRPr lang="en-US" sz="3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HATRED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GOSSIP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SLANDER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DEATH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LONELINESS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DEPRESSION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ANXIETY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ABANDONMENT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CONFUSION</a:t>
            </a:r>
            <a:endParaRPr lang="en-US" sz="3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8960" cy="9601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GENESIS 4:1-2, NLT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Adam had sexual relations with his wife, Eve, and she became pregnant. When she gave birth to Cain, she said, “With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Lord’s help, I have produced a man!”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 she gave birth to his brother and named him Abel.</a:t>
            </a:r>
            <a:endParaRPr lang="en-US" sz="3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8960" cy="9601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GENESIS 4:2-4, NLT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they grew up, Abel became a shepherd,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 Cain cultivated the ground. When it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time for the harvest, Cain presented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of his crops as a gift to the Lord.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Abel also brought a gift—the best portions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the firstborn lambs from his flock.</a:t>
            </a:r>
            <a:endParaRPr lang="en-US" sz="3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8960" cy="9601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GENESIS 4:4-5, NLT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Lord accepted Abel and his gift, but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did not accept Cain and his gift. This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made Cain very angry, and he looked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dejected.</a:t>
            </a:r>
            <a:endParaRPr lang="en-US" sz="3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Perhaps your narrative of your neighbor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crafted in the dark—that’s why you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can’t see the light.</a:t>
            </a:r>
            <a:endParaRPr lang="en-US" sz="3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8960" cy="9601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GENESIS 4:6, NLT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“Why are you so angry?” the Lord asked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Cain. “Why do you look so dejected?</a:t>
            </a:r>
            <a:endParaRPr lang="en-US" sz="3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8960" cy="9601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GENESIS 4:7, NLT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“You will be accepted if you do what is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right. But if you refuse to do what is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right, then watch out! Sin is crouching at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door, eager to control you. But you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 subdue it and be its master.”</a:t>
            </a:r>
            <a:endParaRPr lang="en-US" sz="3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8960" cy="9601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GENESIS 4:8, NLT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day Cain suggested to his brother,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“Let’s go out into the fields.” And while they were in the field, Cain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attacked his brother, Abel, and killed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him.</a:t>
            </a:r>
            <a:endParaRPr lang="en-US" sz="3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8960" cy="9601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GENESIS 4:9, NLT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Afterward the Lord asked Cain, “Where is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brother? Where is Abel?”</a:t>
            </a:r>
            <a:endParaRPr lang="en-US" sz="3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8960" cy="9601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GENESIS 4:9, NIV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 don’t know,” he replied. “Am I my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brother’s keeper?”</a:t>
            </a:r>
            <a:endParaRPr lang="en-US" sz="3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5360" y="4114800"/>
            <a:ext cx="10241280" cy="777240"/>
          </a:xfrm>
          <a:prstGeom prst="rect">
            <a:avLst/>
          </a:prstGeom>
          <a:solidFill>
            <a:srgbClr val="116600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that have to do with me?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75360" y="4892040"/>
            <a:ext cx="10241280" cy="777240"/>
          </a:xfrm>
          <a:prstGeom prst="rect">
            <a:avLst/>
          </a:prstGeom>
          <a:solidFill>
            <a:srgbClr val="116600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two 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75360" y="5669280"/>
            <a:ext cx="10241280" cy="777240"/>
          </a:xfrm>
          <a:prstGeom prst="rect">
            <a:avLst/>
          </a:prstGeom>
          <a:solidFill>
            <a:srgbClr val="116600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three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5360" y="4114800"/>
            <a:ext cx="10241280" cy="2331720"/>
          </a:xfrm>
          <a:prstGeom prst="rect">
            <a:avLst/>
          </a:prstGeom>
          <a:solidFill>
            <a:srgbClr val="116600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should I care?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5360" y="4114800"/>
            <a:ext cx="10241280" cy="2331720"/>
          </a:xfrm>
          <a:prstGeom prst="rect">
            <a:avLst/>
          </a:prstGeom>
          <a:solidFill>
            <a:srgbClr val="116600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That’s none of my business.</a:t>
            </a:r>
            <a:endParaRPr lang="en-US" sz="4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5360" y="4114800"/>
            <a:ext cx="10241280" cy="1165860"/>
          </a:xfrm>
          <a:prstGeom prst="rect">
            <a:avLst/>
          </a:prstGeom>
          <a:solidFill>
            <a:srgbClr val="116600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Satan lives to sell us the story he sold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75360" y="5280660"/>
            <a:ext cx="10241280" cy="1165860"/>
          </a:xfrm>
          <a:prstGeom prst="rect">
            <a:avLst/>
          </a:prstGeom>
          <a:solidFill>
            <a:srgbClr val="116600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himself.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5360" y="4114800"/>
            <a:ext cx="10241280" cy="466344"/>
          </a:xfrm>
          <a:prstGeom prst="rect">
            <a:avLst/>
          </a:prstGeom>
          <a:solidFill>
            <a:srgbClr val="116600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Jerusalem, the Lord of Heaven’s Armies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75360" y="4581144"/>
            <a:ext cx="10241280" cy="466344"/>
          </a:xfrm>
          <a:prstGeom prst="rect">
            <a:avLst/>
          </a:prstGeom>
          <a:solidFill>
            <a:srgbClr val="116600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 spread a wonderful feast for all the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75360" y="5047488"/>
            <a:ext cx="10241280" cy="466344"/>
          </a:xfrm>
          <a:prstGeom prst="rect">
            <a:avLst/>
          </a:prstGeom>
          <a:solidFill>
            <a:srgbClr val="116600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of the world. It will be 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75360" y="5513832"/>
            <a:ext cx="10241280" cy="466344"/>
          </a:xfrm>
          <a:prstGeom prst="rect">
            <a:avLst/>
          </a:prstGeom>
          <a:solidFill>
            <a:srgbClr val="116600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delicious banquet with clear, well-aged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75360" y="5980176"/>
            <a:ext cx="10241280" cy="466344"/>
          </a:xfrm>
          <a:prstGeom prst="rect">
            <a:avLst/>
          </a:prstGeom>
          <a:solidFill>
            <a:srgbClr val="116600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wine and choice meat.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5360" y="4114800"/>
            <a:ext cx="10241280" cy="777240"/>
          </a:xfrm>
          <a:prstGeom prst="rect">
            <a:avLst/>
          </a:prstGeom>
          <a:solidFill>
            <a:srgbClr val="116600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he will remove the cloud of gloom,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75360" y="4892040"/>
            <a:ext cx="10241280" cy="777240"/>
          </a:xfrm>
          <a:prstGeom prst="rect">
            <a:avLst/>
          </a:prstGeom>
          <a:solidFill>
            <a:srgbClr val="116600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shadow of death that hangs over the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75360" y="5669280"/>
            <a:ext cx="10241280" cy="777240"/>
          </a:xfrm>
          <a:prstGeom prst="rect">
            <a:avLst/>
          </a:prstGeom>
          <a:solidFill>
            <a:srgbClr val="116600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earth.</a:t>
            </a:r>
            <a:endParaRPr lang="en-US" sz="4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5360" y="4114800"/>
            <a:ext cx="10241280" cy="582930"/>
          </a:xfrm>
          <a:prstGeom prst="rect">
            <a:avLst/>
          </a:prstGeom>
          <a:solidFill>
            <a:srgbClr val="116600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will swallow up death forever! The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75360" y="4697730"/>
            <a:ext cx="10241280" cy="582930"/>
          </a:xfrm>
          <a:prstGeom prst="rect">
            <a:avLst/>
          </a:prstGeom>
          <a:solidFill>
            <a:srgbClr val="116600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Sovereign Lord will wipe away all tears. He will remove forever all insults and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75360" y="5280660"/>
            <a:ext cx="10241280" cy="582930"/>
          </a:xfrm>
          <a:prstGeom prst="rect">
            <a:avLst/>
          </a:prstGeom>
          <a:solidFill>
            <a:srgbClr val="116600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mockery against his land and people. The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75360" y="5863590"/>
            <a:ext cx="10241280" cy="582930"/>
          </a:xfrm>
          <a:prstGeom prst="rect">
            <a:avLst/>
          </a:prstGeom>
          <a:solidFill>
            <a:srgbClr val="116600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Lord has spoken!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5360" y="4114800"/>
            <a:ext cx="10241280" cy="388620"/>
          </a:xfrm>
          <a:prstGeom prst="rect">
            <a:avLst/>
          </a:prstGeom>
          <a:solidFill>
            <a:srgbClr val="116600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NINETEEN: ISAIAH 25:9, NLT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75360" y="4503420"/>
            <a:ext cx="10241280" cy="388620"/>
          </a:xfrm>
          <a:prstGeom prst="rect">
            <a:avLst/>
          </a:prstGeom>
          <a:solidFill>
            <a:srgbClr val="116600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that day the people will proclaim,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75360" y="4892040"/>
            <a:ext cx="10241280" cy="388620"/>
          </a:xfrm>
          <a:prstGeom prst="rect">
            <a:avLst/>
          </a:prstGeom>
          <a:solidFill>
            <a:srgbClr val="116600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“This is our God! We trusted in him, and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75360" y="5280660"/>
            <a:ext cx="10241280" cy="388620"/>
          </a:xfrm>
          <a:prstGeom prst="rect">
            <a:avLst/>
          </a:prstGeom>
          <a:solidFill>
            <a:srgbClr val="116600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saved us! This is the Lord, in whom we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75360" y="5669280"/>
            <a:ext cx="10241280" cy="388620"/>
          </a:xfrm>
          <a:prstGeom prst="rect">
            <a:avLst/>
          </a:prstGeom>
          <a:solidFill>
            <a:srgbClr val="116600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trusted. Let us rejoice in the salvation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75360" y="6057900"/>
            <a:ext cx="10241280" cy="388620"/>
          </a:xfrm>
          <a:prstGeom prst="rect">
            <a:avLst/>
          </a:prstGeom>
          <a:solidFill>
            <a:srgbClr val="116600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brings!”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5360" y="4114800"/>
            <a:ext cx="10241280" cy="1165860"/>
          </a:xfrm>
          <a:prstGeom prst="rect">
            <a:avLst/>
          </a:prstGeom>
          <a:solidFill>
            <a:srgbClr val="116600"/>
          </a:solidFill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God has always been about good in the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75360" y="5280660"/>
            <a:ext cx="10241280" cy="1165860"/>
          </a:xfrm>
          <a:prstGeom prst="rect">
            <a:avLst/>
          </a:prstGeom>
          <a:solidFill>
            <a:srgbClr val="116600"/>
          </a:solidFill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neighborhood.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Export to Pro_003</dc:title>
  <dc:subject>PptxGenJS Presentation</dc:subject>
  <dc:creator>SlideForge</dc:creator>
  <cp:lastModifiedBy>SlideForge</cp:lastModifiedBy>
  <cp:revision>1</cp:revision>
  <dcterms:created xsi:type="dcterms:W3CDTF">2026-06-10T13:21:27Z</dcterms:created>
  <dcterms:modified xsi:type="dcterms:W3CDTF">2026-06-10T13:21:27Z</dcterms:modified>
</cp:coreProperties>
</file>