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that have to do with 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NEIGHBORHOOD</a:t>
            </a:r>
            <a:endParaRPr lang="en-US"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WRONG SIDE OF TOWN – SESSION ONE</a:t>
            </a:r>
            <a:endParaRPr lang="en-US" sz="4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Suddenly, the person I claimed as a best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 became my biggest enemy.</a:t>
            </a:r>
            <a:endParaRPr lang="en-US" sz="4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dehumanize our neighbor to make them our nemesis.</a:t>
            </a:r>
            <a:endParaRPr lang="en-US" sz="4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4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HATRED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SLANDER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LONELINESS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4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4:1-2,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Adam had sexual relations with his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wife, Eve, and she became pregnant. When she gave birth to Cain, she said, “With the Lord’s help, I have produced a man!” Later she gave birth to his brother and named him Abel.</a:t>
            </a:r>
            <a:endParaRPr lang="en-US" sz="4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360" y="4114800"/>
            <a:ext cx="10241280" cy="2331720"/>
          </a:xfrm>
          <a:prstGeom prst="roundRect">
            <a:avLst>
              <a:gd name="adj" fmla="val 4706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4114800"/>
            <a:ext cx="10241280" cy="2331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Lyrics line one</a:t>
            </a:r>
            <a:endParaRPr lang="en-US" sz="4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two lyrics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EIGHT: GENESIS 4:4-5, NLT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Lord accepted Abel and his gift, but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did not accept Cain and his gift. This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Cain very angry, and he looked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dejected.</a:t>
            </a:r>
            <a:endParaRPr lang="en-US" sz="4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NINE:</a:t>
            </a:r>
            <a:endParaRPr lang="en-US" sz="4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Perhaps your narrative of your neighbor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crafted in the dark—that’s why you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see the light.</a:t>
            </a:r>
            <a:endParaRPr lang="en-US" sz="4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TEN: GENESIS 4:6, NLT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are you so angry?” the Lord asked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Cain. “Why do you look so dejected?</a:t>
            </a:r>
            <a:endParaRPr lang="en-US" sz="4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96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 4:7, NLT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will be accepted if you do what is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right. But if you refuse to do what is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right, then watch out! Sin is crouching at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door, eager to control you. But you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subdue it and be its master.”</a:t>
            </a:r>
            <a:endParaRPr lang="en-US" sz="4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TWELVE: GENESIS 4:8, NLT (BUILD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SLIDE!)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 Cain suggested to his brother,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“Let’s go out into the fields.”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while they were in the field, Cain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attacked his brother, Abel, and killed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him.</a:t>
            </a:r>
            <a:endParaRPr lang="en-US" sz="4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THIRTEEN: GENESIS 4:9, NLT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Afterward the Lord asked Cain, “Where is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brother? Where is Abel?”</a:t>
            </a:r>
            <a:endParaRPr lang="en-US" sz="4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FOURTEEN: GENESIS 4:9, NIV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don’t know,” he replied. “Am I my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brother’s keeper?”</a:t>
            </a:r>
            <a:endParaRPr lang="en-US" sz="4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FIFTEEN: (BUILD SLIDES)</a:t>
            </a:r>
            <a:endParaRPr lang="en-US" sz="4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that have to do with me?</a:t>
            </a:r>
            <a:endParaRPr lang="en-US" sz="4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I care?</a:t>
            </a:r>
            <a:endParaRPr lang="en-US" sz="4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none of my business.</a:t>
            </a:r>
            <a:endParaRPr lang="en-US" sz="4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Satan lives to sell us the story he sold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himself.</a:t>
            </a:r>
            <a:endParaRPr lang="en-US" sz="4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SIXTEEN: ISAIAH 25:6, NLT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Jerusalem, the Lord of Heaven’s Armies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spread a wonderful feast for all the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of the world. It will be a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delicious banquet with clear, well-aged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and choice meat.</a:t>
            </a:r>
            <a:endParaRPr lang="en-US" sz="4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SEVENTEEN: ISAIAH 25:7, NLT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he will remove the cloud of gloom,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shadow of death that hangs over the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earth.</a:t>
            </a:r>
            <a:endParaRPr lang="en-US" sz="4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EIGHTEEN: ISAIAH 25:8, NLT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swallow up death forever! The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Lord will wipe away all tears.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will remove forever all insults and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mockery against his land and people. The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 has spoken!</a:t>
            </a:r>
            <a:endParaRPr lang="en-US" sz="4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NINETEEN: ISAIAH 25:9, NLT</a:t>
            </a:r>
            <a:endParaRPr lang="en-US" sz="4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day the people will proclaim,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is our God! We trusted in him, and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saved us! This is the Lord, in whom we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trusted. Let us rejoice in the salvation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brings!”</a:t>
            </a:r>
            <a:endParaRPr lang="en-US" sz="4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TWENTY:</a:t>
            </a:r>
            <a:endParaRPr lang="en-US" sz="4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960" cy="5212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has always been about good in the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neighborhood.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Testing_001</dc:title>
  <dc:subject>PptxGenJS Presentation</dc:subject>
  <dc:creator>SlideForge</dc:creator>
  <cp:lastModifiedBy>SlideForge</cp:lastModifiedBy>
  <cp:revision>1</cp:revision>
  <dcterms:created xsi:type="dcterms:W3CDTF">2026-06-10T00:43:39Z</dcterms:created>
  <dcterms:modified xsi:type="dcterms:W3CDTF">2026-06-10T00:43:39Z</dcterms:modified>
</cp:coreProperties>
</file>