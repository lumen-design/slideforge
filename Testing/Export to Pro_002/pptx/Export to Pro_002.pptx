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NEIGHBORHOOD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Suddenly, the person I claimed as a best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became my biggest enemy.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dehumanize our neighbor to make them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nemesis.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4:1-2,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Adam had sexual relations with his wife, Eve, and she became pregnant. When she gave birth to Cain, she said, “With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Lord’s help, I have produced a man!”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she gave birth to his brother and named him Abel.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4:2-4,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grew up, Abel became a shepherd,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Cain cultivated the ground. When it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time for the harvest, Cain presented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his crops as a gift to the Lord.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Abel also brought a gift—the best portions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firstborn lambs from his flock.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4:4-5,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 accepted Abel and his gift, but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did not accept Cain and his gift. This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Cain very angry, and he looked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dejected.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Perhaps your narrative of your neighbor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crafted in the dark—that’s why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see the light.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4:6,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are you so angry?” the Lord asked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Cain. “Why do you look so dejected?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4:7,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accepted if you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But if you refuse to do what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right, then watch out! Sin is crouching at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door, eager to control you. But you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subdue it and be its master.”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4:8,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 Cain suggested to his brother,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“Let’s go out into the fields.” And while they were in the field, Cain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attacked his brother, Abel, and killed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him.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Afterward the Lord asked Cain, “Where is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brother? Where is Abel?”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4:9, NIV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219200" y="1645920"/>
            <a:ext cx="9753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don’t know,” he replied. “Am I my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brother’s keeper?”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that have to do with me?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89204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two 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66928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three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23317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I care?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23317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none of my business.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Satan lives to sell us the story he sold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528066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himself.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Jerusalem, the Lord of Heaven’s Armies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581144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spread a wonderful feast for all the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047488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of the world. It will be 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5513832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 banquet with clear, well-aged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75360" y="5980176"/>
            <a:ext cx="10241280" cy="466344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and choice meat.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he will remove the cloud of gloom,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89204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shadow of death that hangs over the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669280"/>
            <a:ext cx="10241280" cy="77724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swallow up death forever! The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69773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Lord will wipe away all tears. He will remove forever all insults and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528066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mockery against his land and people. The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5863590"/>
            <a:ext cx="10241280" cy="58293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 has spoken!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NINETEEN: ISAIAH 25:9, NLT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450342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day the people will proclaim,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75360" y="489204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our God! We trusted in him, 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75360" y="528066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saved us! This is the Lord, in whom we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75360" y="566928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trusted. Let us rejoice in the salvation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75360" y="6057900"/>
            <a:ext cx="10241280" cy="38862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brings!”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411480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has always been about good in the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5360" y="5280660"/>
            <a:ext cx="10241280" cy="1165860"/>
          </a:xfrm>
          <a:prstGeom prst="rect">
            <a:avLst/>
          </a:prstGeom>
          <a:solidFill>
            <a:srgbClr val="116600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to Pro_002</dc:title>
  <dc:subject>PptxGenJS Presentation</dc:subject>
  <dc:creator>SlideForge</dc:creator>
  <cp:lastModifiedBy>SlideForge</cp:lastModifiedBy>
  <cp:revision>1</cp:revision>
  <dcterms:created xsi:type="dcterms:W3CDTF">2026-06-10T13:07:43Z</dcterms:created>
  <dcterms:modified xsi:type="dcterms:W3CDTF">2026-06-10T13:07:43Z</dcterms:modified>
</cp:coreProperties>
</file>