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15540" y="4937760"/>
            <a:ext cx="7360920" cy="589788"/>
          </a:xfrm>
          <a:prstGeom prst="roundRect">
            <a:avLst>
              <a:gd name="adj" fmla="val 45000"/>
            </a:avLst>
          </a:prstGeom>
          <a:solidFill>
            <a:srgbClr val="116600"/>
          </a:solidFill>
          <a:ln/>
        </p:spPr>
      </p:sp>
      <p:sp>
        <p:nvSpPr>
          <p:cNvPr id="3" name="Text 1"/>
          <p:cNvSpPr/>
          <p:nvPr/>
        </p:nvSpPr>
        <p:spPr>
          <a:xfrm>
            <a:off x="2415540" y="4937760"/>
            <a:ext cx="736092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THE NEIGHBORHOOD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5360" y="4594860"/>
            <a:ext cx="10241280" cy="589788"/>
          </a:xfrm>
          <a:prstGeom prst="roundRect">
            <a:avLst>
              <a:gd name="adj" fmla="val 45000"/>
            </a:avLst>
          </a:prstGeom>
          <a:solidFill>
            <a:srgbClr val="116600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4594860"/>
            <a:ext cx="1024128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Suddenly, the person I claimed as a best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887220" y="5280660"/>
            <a:ext cx="8417560" cy="589788"/>
          </a:xfrm>
          <a:prstGeom prst="roundRect">
            <a:avLst>
              <a:gd name="adj" fmla="val 45000"/>
            </a:avLst>
          </a:prstGeom>
          <a:solidFill>
            <a:srgbClr val="116600"/>
          </a:solidFill>
          <a:ln/>
        </p:spPr>
      </p:sp>
      <p:sp>
        <p:nvSpPr>
          <p:cNvPr id="5" name="Text 3"/>
          <p:cNvSpPr/>
          <p:nvPr/>
        </p:nvSpPr>
        <p:spPr>
          <a:xfrm>
            <a:off x="1887220" y="5280660"/>
            <a:ext cx="841756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 became my biggest enemy.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5360" y="4594860"/>
            <a:ext cx="10241280" cy="589788"/>
          </a:xfrm>
          <a:prstGeom prst="roundRect">
            <a:avLst>
              <a:gd name="adj" fmla="val 45000"/>
            </a:avLst>
          </a:prstGeom>
          <a:solidFill>
            <a:srgbClr val="116600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4594860"/>
            <a:ext cx="1024128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dehumanize our neighbor to make them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396740" y="5280660"/>
            <a:ext cx="3398520" cy="589788"/>
          </a:xfrm>
          <a:prstGeom prst="roundRect">
            <a:avLst>
              <a:gd name="adj" fmla="val 45000"/>
            </a:avLst>
          </a:prstGeom>
          <a:solidFill>
            <a:srgbClr val="116600"/>
          </a:solidFill>
          <a:ln/>
        </p:spPr>
      </p:sp>
      <p:sp>
        <p:nvSpPr>
          <p:cNvPr id="5" name="Text 3"/>
          <p:cNvSpPr/>
          <p:nvPr/>
        </p:nvSpPr>
        <p:spPr>
          <a:xfrm>
            <a:off x="4396740" y="5280660"/>
            <a:ext cx="339852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nemesis.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0900" y="4937760"/>
            <a:ext cx="2870200" cy="589788"/>
          </a:xfrm>
          <a:prstGeom prst="roundRect">
            <a:avLst>
              <a:gd name="adj" fmla="val 45000"/>
            </a:avLst>
          </a:prstGeom>
          <a:solidFill>
            <a:srgbClr val="116600"/>
          </a:solidFill>
          <a:ln/>
        </p:spPr>
      </p:sp>
      <p:sp>
        <p:nvSpPr>
          <p:cNvPr id="3" name="Text 1"/>
          <p:cNvSpPr/>
          <p:nvPr/>
        </p:nvSpPr>
        <p:spPr>
          <a:xfrm>
            <a:off x="4660900" y="4937760"/>
            <a:ext cx="287020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ABANDONMENT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ABANDONMENT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4:1-2,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Adam had sexual relations with his wife, Eve, and she became pregnant. When she gave birth to Cain, she said, “With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Lord’s help, I have produced a man!”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she gave birth to his brother and named him Abel.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4:2-4,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they grew up, Abel became a shepherd,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Cain cultivated the ground. When it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time for the harvest, Cain presented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of his crops as a gift to the Lord.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Abel also brought a gift—the best portions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firstborn lambs from his flock.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4:4-5,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Lord accepted Abel and his gift, but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did not accept Cain and his gift. This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Cain very angry, and he looked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dejected.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Perhaps your narrative of your neighbor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crafted in the dark—that’s why you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can’t see the light.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4:6,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are you so angry?” the Lord asked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Cain. “Why do you look so dejected?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4:7,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will be accepted if you do what 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right. But if you refuse to do what 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right, then watch out! Sin is crouching at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door, eager to control you. But you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subdue it and be its master.”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4:8,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day Cain suggested to his brother,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“Let’s go out into the fields.” And while they were in the field, Cain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attacked his brother, Abel, and killed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him.</a:t>
            </a:r>
            <a:endParaRPr 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4:9,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Afterward the Lord asked Cain, “Where 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brother? Where is Abel?”</a:t>
            </a:r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4:9, NIV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don’t know,” he replied. “Am I my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brother’s keeper?”</a:t>
            </a:r>
            <a:endParaRPr 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that have to do with me?</a:t>
            </a:r>
            <a:endParaRPr 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should I care?</a:t>
            </a:r>
            <a:endParaRPr lang="en-US" sz="3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none of my business.</a:t>
            </a:r>
            <a:endParaRPr lang="en-US"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Satan lives to sell us the story he sold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himself.</a:t>
            </a:r>
            <a:endParaRPr lang="en-US" sz="3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ISAIAH 25:6,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Jerusalem, the Lord of Heaven’s Armies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spread a wonderful feast for all the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of the world. It will be a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delicious banquet with clear, well-aged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and choice meat.</a:t>
            </a:r>
            <a:endParaRPr lang="en-US" sz="3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he will remove the cloud of gloom,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shadow of death that hangs over the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earth.</a:t>
            </a:r>
            <a:endParaRPr lang="en-US" sz="3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ISAIAH 25:8,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swallow up death forever! The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Lord will wipe away all tears. He will remove forever all insults and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mockery against his land and people. The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Lord has spoken!</a:t>
            </a:r>
            <a:endParaRPr lang="en-US" sz="3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NINETEEN: ISAIAH 25:9, NLT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that day the people will proclaim,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is our God! We trusted in him, and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saved us! This is the Lord, in whom we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trusted. Let us rejoice in the salvation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brings!”</a:t>
            </a:r>
            <a:endParaRPr lang="en-US" sz="3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has always been about good in the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neighborhood.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today test</dc:title>
  <dc:subject>PptxGenJS Presentation</dc:subject>
  <dc:creator>SlideForge</dc:creator>
  <cp:lastModifiedBy>SlideForge</cp:lastModifiedBy>
  <cp:revision>1</cp:revision>
  <dcterms:created xsi:type="dcterms:W3CDTF">2026-06-10T23:17:27Z</dcterms:created>
  <dcterms:modified xsi:type="dcterms:W3CDTF">2026-06-10T23:17:27Z</dcterms:modified>
</cp:coreProperties>
</file>