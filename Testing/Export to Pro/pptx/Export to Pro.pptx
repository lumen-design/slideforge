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nemesis.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 wife, Eve, and she became pregnant. When she gave birth to Cain, she said, “With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Lord’s help, I have produced a man!”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she gave birth to his brother and named him Abel.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4:2-4,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grew up, Abel became a shepherd,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Cain cultivated the ground. When it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time for the harvest, Cain presented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his crops as a gift to the Lord.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Abel also brought a gift—the best portions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firstborn lambs from his flock.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4:4-5,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 And while they were in the field, Cain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 the Lord asked Cain, “Where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brother? Where is Abel?”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NIV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know,” he replied. “Am I my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brother’s keeper?”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that have to do with me?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I care?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none of my business.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Satan lives to sell us the story he sold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himself.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 25:6,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he will remove the cloud of gloom,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shadow of death that hangs over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earth.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 25:8,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swallow up death forever!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Lord will wipe away all tears. He will remove forever all insults and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mockery against his land and people.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has spoken!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NINETEEN: ISAIAH 25:9, NLT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day the people will proclaim,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our God! We trusted in him, and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saved us! This is the Lord, in whom we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trusted. Let us rejoice in the salvation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brings!”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always been about good in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to Pro</dc:title>
  <dc:subject>PptxGenJS Presentation</dc:subject>
  <dc:creator>SlideForge</dc:creator>
  <cp:lastModifiedBy>SlideForge</cp:lastModifiedBy>
  <cp:revision>1</cp:revision>
  <dcterms:created xsi:type="dcterms:W3CDTF">2026-06-10T13:00:18Z</dcterms:created>
  <dcterms:modified xsi:type="dcterms:W3CDTF">2026-06-10T13:00:18Z</dcterms:modified>
</cp:coreProperties>
</file>